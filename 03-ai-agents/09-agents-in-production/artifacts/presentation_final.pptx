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AI Engineer no TCEMG, liderando a transformação digital do setor público com assistentes virtuais, RAG, agentes de IA e fluxos agenticos para aumentar produtividade e eficiência.</a:t>
            </a:r>
          </a:p>
          <a:p>
            <a:r>
              <a:t>  • Implementação de pesquisa inteligente de jurisprudência/leis/normas com consultas semânticas, reduzindo drasticamente o tempo de busca e análise jurídica.</a:t>
            </a:r>
          </a:p>
          <a:p>
            <a:r>
              <a:t>  • Data Engineer na Quality Engineering, com foco em APIs de catálogo de dados, pipelines escaláveis, e construção de agente RAG para onboarding.</a:t>
            </a:r>
          </a:p>
          <a:p>
            <a:r>
              <a:t>  • Desenvolvimento de workflow de análise automática de notas fiscais usando OCR e PLN, reduzindo o tempo de processamento de 7 dias para 0,5 dia em mais de 300 documentos.</a:t>
            </a:r>
          </a:p>
          <a:p>
            <a:r>
              <a:t>  • Técnicas e especialidades: LLMs, RAG (chunking/embeddings), bancos vetoriais, OCR, NLP/PLN, fine-tuning, LangChain, arquitetura escalável, ingestão em tempo real e automação.</a:t>
            </a:r>
          </a:p>
          <a:p>
            <a:r>
              <a:t>  • Comunidade/ensino: Monitor técnico e instrutor em Engenharia de Dados e IA na Jornada de Dados, ministrando workshops e mentoria prática com busca semântica, vetores e aplicações com IA.</a:t>
            </a:r>
          </a:p>
          <a:p/>
          <a:p>
            <a:r>
              <a:t>Mensagem principal: Eu ensino este curso para ajudar você a transformar fundamentos de Engenharia de Dados e IA em aplicações reais com LLMs — com arquitetura, qualidade e escalabilidade — usando RAG, embeddings, agentes e automações que geram valor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Arquitetura e engenharia de software para sistemas baseados em LLMs (probabilísticos, caros e com inferência externa)</a:t>
            </a:r>
          </a:p>
          <a:p>
            <a:r>
              <a:t>  • RAG ponta a ponta: ingestão, chunking, embeddings, retrieval, avaliação e produção</a:t>
            </a:r>
          </a:p>
          <a:p>
            <a:r>
              <a:t>  • Agentes confiáveis: orquestração, tool calling, memória, human-in-the-loop e multi-agents</a:t>
            </a:r>
          </a:p>
          <a:p>
            <a:r>
              <a:t>  • OCR &amp; Document Intelligence: pipelines robustos com VLMs e inferência local</a:t>
            </a:r>
          </a:p>
          <a:p>
            <a:r>
              <a:t>  • Quando usar Fine-Tuning (e quando NÃO usar): preparação de datasets, LoRA/QLoRA e deploy/ops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Criar a base para projetar sistemas determinísticos ao redor de LLMs: entender modelos, construir APIs e contratos estruturados, e escolher armazenamento híbrido.</a:t>
            </a:r>
          </a:p>
          <a:p/>
          <a:p>
            <a:r>
              <a:t>Bullets:</a:t>
            </a:r>
          </a:p>
          <a:p>
            <a:r>
              <a:t>  • Profissão AI Engineer: pilares, mindset e trade-offs de produção</a:t>
            </a:r>
          </a:p>
          <a:p>
            <a:r>
              <a:t>  • Física dos LLMs: tokenização, context window, parâmetros de geração e tool calling</a:t>
            </a:r>
          </a:p>
          <a:p>
            <a:r>
              <a:t>  • Python para IA: ambiente reprodutível e stacks assíncronas</a:t>
            </a:r>
          </a:p>
          <a:p>
            <a:r>
              <a:t>  • FastAPI + Pydantic: APIs de alto desempenho com schemas e validação</a:t>
            </a:r>
          </a:p>
          <a:p>
            <a:r>
              <a:t>  • Modelagem de dados e structured output com Pydantic/LangChain</a:t>
            </a:r>
          </a:p>
          <a:p>
            <a:r>
              <a:t>  • Bancos SQL vs Vector DB e integração para memória de longo prazo (ex.: Qdrant)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01 — Profissão AI Engineer: papel e responsabilidades no mundo real</a:t>
            </a:r>
          </a:p>
          <a:p>
            <a:r>
              <a:t>  • 02 — Fundamentos de LLMs &amp; GenAI: tokenização, contexto, geração, tool calling e RAG vs Fine-tuning</a:t>
            </a:r>
          </a:p>
          <a:p>
            <a:r>
              <a:t>  • 03 — Python para Sistemas de IA: workspace, dependências e frameworks</a:t>
            </a:r>
          </a:p>
          <a:p>
            <a:r>
              <a:t>  • 04 — FastAPI para Aplicações de IA: endpoints, async e estrutura de projeto</a:t>
            </a:r>
          </a:p>
          <a:p>
            <a:r>
              <a:t>  • 05 — Data Modeling &amp; Structured Output: schemas Pydantic e forçar retornos estruturados</a:t>
            </a:r>
          </a:p>
          <a:p>
            <a:r>
              <a:t>  • 06 — Vector Databases &amp; Bancos Relacionais: SQL vs vetorial e Qdrant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Conectar LLMs a dados privados com ingestão robusta, retrieval eficiente e avaliação contínua para produção segura.</a:t>
            </a:r>
          </a:p>
          <a:p/>
          <a:p>
            <a:r>
              <a:t>Bullets:</a:t>
            </a:r>
          </a:p>
          <a:p>
            <a:r>
              <a:t>  • Arquitetura mental de RAG (Ingestion → Store → Retrieve → Generate)</a:t>
            </a:r>
          </a:p>
          <a:p>
            <a:r>
              <a:t>  • ETL e chunking com foco em qualidade semântica e metadados</a:t>
            </a:r>
          </a:p>
          <a:p>
            <a:r>
              <a:t>  • Embeddings modernos e indexação vetorial</a:t>
            </a:r>
          </a:p>
          <a:p>
            <a:r>
              <a:t>  • Retrieval híbrido, reranking e query expansion</a:t>
            </a:r>
          </a:p>
          <a:p>
            <a:r>
              <a:t>  • RAG Agents e Graph RAG para casos complexos</a:t>
            </a:r>
          </a:p>
          <a:p>
            <a:r>
              <a:t>  • Avaliação (RAGAS) e observabilidade/segurança/otimização de custos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01 — Fundamentos de RAG e Modelos Mentais</a:t>
            </a:r>
          </a:p>
          <a:p>
            <a:r>
              <a:t>  • 02 — Ingestão e Pipelines (ETL para IA, chunking e metadados)</a:t>
            </a:r>
          </a:p>
          <a:p>
            <a:r>
              <a:t>  • 03 — Embeddings (visão moderna e modelos)</a:t>
            </a:r>
          </a:p>
          <a:p>
            <a:r>
              <a:t>  • 04 — Vector DBs (indexação e trade-offs; opções como Qdrant/pgvector)</a:t>
            </a:r>
          </a:p>
          <a:p>
            <a:r>
              <a:t>  • 05 — Retrieval Strategies (hybrid search, reranking, query expansion)</a:t>
            </a:r>
          </a:p>
          <a:p>
            <a:r>
              <a:t>  • 06 — RAG Agents (LangChain vs LlamaIndex; tool use)</a:t>
            </a:r>
          </a:p>
          <a:p>
            <a:r>
              <a:t>  • 07 — Graph RAG (knowledge graphs e relações)</a:t>
            </a:r>
          </a:p>
          <a:p>
            <a:r>
              <a:t>  • 08 — Avaliação e Observabilidade (RAGAS, tracing e golden datasets)</a:t>
            </a:r>
          </a:p>
          <a:p>
            <a:r>
              <a:t>  • 09 — RAG em Produção (cache semântico, segurança, custos)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Projetar, orquestrar e operar agentes confiáveis em produção usando grafos de estado, tool calling, memória e guardrails.</a:t>
            </a:r>
          </a:p>
          <a:p/>
          <a:p>
            <a:r>
              <a:t>Bullets:</a:t>
            </a:r>
          </a:p>
          <a:p>
            <a:r>
              <a:t>  • Workflow vs agente: loops de raciocínio e espectro de autonomia</a:t>
            </a:r>
          </a:p>
          <a:p>
            <a:r>
              <a:t>  • Arquiteturas: ReAct, Plan-and-Solve e padrões de decisão</a:t>
            </a:r>
          </a:p>
          <a:p>
            <a:r>
              <a:t>  • Tool calling e structured output com schemas rigorosos</a:t>
            </a:r>
          </a:p>
          <a:p>
            <a:r>
              <a:t>  • LangGraph: máquinas de estado e recuperação de erros</a:t>
            </a:r>
          </a:p>
          <a:p>
            <a:r>
              <a:t>  • Memória (short-term e long-term) e engenharia de persistência</a:t>
            </a:r>
          </a:p>
          <a:p>
            <a:r>
              <a:t>  • MCP e integrações padronizadas; human-in-the-loop e multi-agents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01 — Fundamentos de Agentes e Arquiteturas (workflow vs agente; spectrum)</a:t>
            </a:r>
          </a:p>
          <a:p>
            <a:r>
              <a:t>  • 02 — Criando seu primeiro Agente (tool calling + structured output)</a:t>
            </a:r>
          </a:p>
          <a:p>
            <a:r>
              <a:t>  • 03 — LangGraph e Orquestração (state machines e controle de fluxo)</a:t>
            </a:r>
          </a:p>
          <a:p>
            <a:r>
              <a:t>  • 04 — Sistemas de Memória (short/long-term e persistência)</a:t>
            </a:r>
          </a:p>
          <a:p>
            <a:r>
              <a:t>  • 05 — Ferramentas e MCP (desacoplamento e integrações)</a:t>
            </a:r>
          </a:p>
          <a:p>
            <a:r>
              <a:t>  • 06 — Human-in-the-Loop (aprovação, pausa e auditoria)</a:t>
            </a:r>
          </a:p>
          <a:p>
            <a:r>
              <a:t>  • 07 — Multi-Agent Systems (delegação, custo e padrões)</a:t>
            </a:r>
          </a:p>
          <a:p>
            <a:r>
              <a:t>  • 08 — Deep Agents (guardrails, perigos e avaliação de trajetórias)</a:t>
            </a:r>
          </a:p>
          <a:p>
            <a:r>
              <a:t>  • 09 — Agentes em Produção (observabilidade, deploy e monitoramento)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Construir pipelines de Document Intelligence do fundamento ao deploy, combinando OCR clássico, VLMs e serving local otimizado.</a:t>
            </a:r>
          </a:p>
          <a:p/>
          <a:p>
            <a:r>
              <a:t>Bullets:</a:t>
            </a:r>
          </a:p>
          <a:p>
            <a:r>
              <a:t>  • OCR de verdade: texto + layout + estrutura e métricas (CER/WER)</a:t>
            </a:r>
          </a:p>
          <a:p>
            <a:r>
              <a:t>  • OCR pipelines: pré/pós-processamento e trade-offs qualidade × custo × latência</a:t>
            </a:r>
          </a:p>
          <a:p>
            <a:r>
              <a:t>  • Document Intelligence: arquitetura end-to-end, filas/workers, idempotência e falhas</a:t>
            </a:r>
          </a:p>
          <a:p>
            <a:r>
              <a:t>  • VLMs multimodais: quando usar, otimizações (FP16/INT8/quantização) e formatos</a:t>
            </a:r>
          </a:p>
          <a:p>
            <a:r>
              <a:t>  • Serving frameworks: Hugging Face, Ollama e vLLM</a:t>
            </a:r>
          </a:p>
          <a:p>
            <a:r>
              <a:t>  • Projeto final: pipeline completo com extração estruturada e integração downstream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01 — OCR Fundamentals (layout, layout-aware, desafios e métricas)</a:t>
            </a:r>
          </a:p>
          <a:p>
            <a:r>
              <a:t>  • 02 — OCR Pipelines (componentes, ferramentas e chunking/estruturação)</a:t>
            </a:r>
          </a:p>
          <a:p>
            <a:r>
              <a:t>  • 03 — Document Intelligence (end-to-end, observabilidade e tratamento de falhas)</a:t>
            </a:r>
          </a:p>
          <a:p>
            <a:r>
              <a:t>  • 04 — VLMs especializados e multimodais (tokens visuais e escolhas de modelo)</a:t>
            </a:r>
          </a:p>
          <a:p>
            <a:r>
              <a:t>  • 05 — Frameworks de serving (execução local, vLLM/TGI, batch/streaming)</a:t>
            </a:r>
          </a:p>
          <a:p>
            <a:r>
              <a:t>  • 06 — Final Project (infra, VRAM, quantização e entrega do pipeline)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Aprender a decidir entre RAG e fine-tuning, preparar datasets corretamente, treinar com LoRA/QLoRA e operar deploy com governança.</a:t>
            </a:r>
          </a:p>
          <a:p/>
          <a:p>
            <a:r>
              <a:t>Bullets:</a:t>
            </a:r>
          </a:p>
          <a:p>
            <a:r>
              <a:t>  • Fine-tuning vs RAG vs prompting: matriz de decisão e realidade operacional</a:t>
            </a:r>
          </a:p>
          <a:p>
            <a:r>
              <a:t>  • Tipos de adaptação: LoRA, QLoRA, PEFT e full fine-tuning</a:t>
            </a:r>
          </a:p>
          <a:p>
            <a:r>
              <a:t>  • Workflow com Unsloth: do dataset ao adapter/GGUF</a:t>
            </a:r>
          </a:p>
          <a:p>
            <a:r>
              <a:t>  • Treino e avaliação: baselines e LLM-as-a-judge</a:t>
            </a:r>
          </a:p>
          <a:p>
            <a:r>
              <a:t>  • Deploy do modelo: adapters no vLLM e estratégias de merge</a:t>
            </a:r>
          </a:p>
          <a:p>
            <a:r>
              <a:t>  • Fine-tuning em produção: ops, riscos, compliance e manutenção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01 — Fundamentos de Fine-Tuning (decisão e tipos de adaptação)</a:t>
            </a:r>
          </a:p>
          <a:p>
            <a:r>
              <a:t>  • 02 — Unsloth (workflow real e eficiência)</a:t>
            </a:r>
          </a:p>
          <a:p>
            <a:r>
              <a:t>  • 03 — Meu Primeiro LLM: dataset, preparação, treino e avaliação</a:t>
            </a:r>
          </a:p>
          <a:p>
            <a:r>
              <a:t>  • 04 — Deploy do Modelo (adapters e merge)</a:t>
            </a:r>
          </a:p>
          <a:p>
            <a:r>
              <a:t>  • 05 — Fine-Tuning em Produção (ops, governança e riscos)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Bullets:</a:t>
            </a:r>
          </a:p>
          <a:p>
            <a:r>
              <a:t>  • Comece pelo Bloco 1 e construa uma base sólida de engenharia para LLMs</a:t>
            </a:r>
          </a:p>
          <a:p>
            <a:r>
              <a:t>  • Implemente um RAG completo no Bloco 2 e inclua avaliação contínua</a:t>
            </a:r>
          </a:p>
          <a:p>
            <a:r>
              <a:t>  • Evolua para agentes (Bloco 3) aplicando guardrails e observabilidade</a:t>
            </a:r>
          </a:p>
          <a:p>
            <a:r>
              <a:t>  • Se o seu domínio envolve documentos, avance para OCR/Document Intelligence (Bloco 4)</a:t>
            </a:r>
          </a:p>
          <a:p>
            <a:r>
              <a:t>  • Por fim, use fine-tuning apenas quando o RAG/prompting não resolver — e opere com segurança</a:t>
            </a:r>
          </a:p>
          <a:p/>
          <a:p>
            <a:r>
              <a:t>Mensagem principal: Transforme fundamentos em projeto real: você vai sair com competências para construir e operar sistemas de IA do jeito que o mercado exige — arquitetados, avaliados e prontos para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Trilha Completa: Engenharia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C2CB"/>
                </a:solidFill>
              </a:rPr>
              <a:t>Domine Engenharia de IA com Jornada de Dados — do zero ao projeto em produção.
Acesse aqui: https://suajornadadedados.curseduca.pro/m/courses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C2CB"/>
                </a:solidFill>
              </a:rPr>
              <a:t>Jornada de Dados — Engenheiro de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C2CB"/>
                </a:solidFill>
              </a:rPr>
              <a:t>Sobre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Especialista em Engenharia de Dados e Inteligência Artificial, construindo soluções end-to-end que integram pipelines de dados e sistemas inteligentes com LLMs, RAG e automação.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AI Engineer no TCEMG, liderando a transformação digital do setor público com assistentes virtuais, RAG, agentes de IA e fluxos agenticos para aumentar produtividade e eficiência.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Implementação de pesquisa inteligente de jurisprudência/leis/normas com consultas semânticas, reduzindo drasticamente o tempo de busca e análise jurídica.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Data Engineer na Quality Engineering, com foco em APIs de catálogo de dados, pipelines escaláveis, e construção de agente RAG para onboarding.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Desenvolvimento de workflow de análise automática de notas fiscais usando OCR e PLN, reduzindo o tempo de processamento de 7 dias para 0,5 dia em mais de 300 documentos.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Técnicas e especialidades: LLMs, RAG (chunking/embeddings), bancos vetoriais, OCR, NLP/PLN, fine-tuning, LangChain, arquitetura escalável, ingestão em tempo real e automação.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Comunidade/ensino: Monitor técnico e instrutor em Engenharia de Dados e IA na Jornada de Dados, ministrando workshops e mentoria prática com busca semântica, vetores e aplicações com 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C2CB"/>
                </a:solidFill>
              </a:rPr>
              <a:t>Eu ensino este curso para ajudar você a transformar fundamentos de Engenharia de Dados e IA em aplicações reais com LLMs — com arquitetura, qualidade e escalabilidade — usando RAG, embeddings, agentes e automações que geram valor de negócio.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CB"/>
                </a:solidFill>
              </a:rPr>
              <a:t>O que você vai construir neste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Arquitetura e engenharia de software para sistemas baseados em LLMs (probabilísticos, caros e com inferência externa)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RAG ponta a ponta: ingestão, chunking, embeddings, retrieval, avaliação e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Agentes confiáveis: orquestração, tool calling, memória, human-in-the-loop e multi-agents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OCR &amp; Document Intelligence: pipelines robustos com VLMs e inferência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Quando usar Fine-Tuning (e quando NÃO usar): preparação de datasets, LoRA/QLoRA e deploy/ops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91440" cy="5943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CB"/>
                </a:solidFill>
              </a:rPr>
              <a:t>Bloco 1: LLM Fundamentals (Fundamentos da Engenharia de 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Criar a base para projetar sistemas determinísticos ao redor de LLMs: entender modelos, construir APIs e contratos estruturados, e escolher armazenamento híbrido.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Profissão AI Engineer: pilares, mindset e trade-offs de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Física dos LLMs: tokenização, context window, parâmetros de geração e tool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Python para IA: ambiente reprodutível e stacks assíncronas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FastAPI + Pydantic: APIs de alto desempenho com schemas 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Modelagem de dados e structured output com Pydantic/LangChain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1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Bancos SQL vs Vector DB e integração para memória de longo prazo (ex.: Qdrant)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CB"/>
                </a:solidFill>
              </a:rPr>
              <a:t>Aulas — Bloco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01 — Profissão AI Engineer: papel e responsabilidades no mundo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02 — Fundamentos de LLMs &amp; GenAI: tokenização, contexto, geração, tool calling e RAG vs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03 — Python para Sistemas de IA: workspace, dependências 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04 — FastAPI para Aplicações de IA: endpoints, async e estrutura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05 — Data Modeling &amp; Structured Output: schemas Pydantic e forçar retornos estruturados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06 — Vector Databases &amp; Bancos Relacionais: SQL vs vetorial e Qdrant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91440" cy="5943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CB"/>
                </a:solidFill>
              </a:rPr>
              <a:t>Bloco 2: Sistemas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Conectar LLMs a dados privados com ingestão robusta, retrieval eficiente e avaliação contínua para produção segura.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Arquitetura mental de RAG (Ingestion → Store → Retrieve → Generate)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ETL e chunking com foco em qualidade semântica e metadados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Embeddings modernos e indexação vetorial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Retrieval híbrido, reranking e query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RAG Agents e Graph RAG para casos complexos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1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Avaliação (RAGAS) e observabilidade/segurança/otimização de custos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CB"/>
                </a:solidFill>
              </a:rPr>
              <a:t>Aulas — Bloco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01 — Fundamentos de RAG e Modelos Mentais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02 — Ingestão e Pipelines (ETL para IA, chunking e metadados)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03 — Embeddings (visão moderna e modelos)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04 — Vector DBs (indexação e trade-offs; opções como Qdrant/pgvector)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05 — Retrieval Strategies (hybrid search, reranking, query expansion)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06 — RAG Agents (LangChain vs LlamaIndex; tool 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07 — Graph RAG (knowledge graphs e relações)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19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08 — Avaliação e Observabilidade (RAGAS, tracing e golden datasets)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09 — RAG em Produção (cache semântico, segurança, custos)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91440" cy="5943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CB"/>
                </a:solidFill>
              </a:rPr>
              <a:t>Bloco 3: AI Agents (Sistemas Inteligentes)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Projetar, orquestrar e operar agentes confiáveis em produção usando grafos de estado, tool calling, memória e guardrails.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Workflow vs agente: loops de raciocínio e espectro de autonomia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Arquiteturas: ReAct, Plan-and-Solve e padrões de decisão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Tool calling e structured output com schemas rigorosos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LangGraph: máquinas de estado e recuperação de erros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Memória (short-term e long-term) e engenharia de persistência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1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MCP e integrações padronizadas; human-in-the-loop e multi-agents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CB"/>
                </a:solidFill>
              </a:rPr>
              <a:t>Aulas — Bloco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01 — Fundamentos de Agentes e Arquiteturas (workflow vs agente; spectrum)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02 — Criando seu primeiro Agente (tool calling + structured output)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03 — LangGraph e Orquestração (state machines e controle de fluxo)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04 — Sistemas de Memória (short/long-term e persistência)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05 — Ferramentas e MCP (desacoplamento e integrações)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06 — Human-in-the-Loop (aprovação, pausa e auditoria)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07 — Multi-Agent Systems (delegação, custo e padrões)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19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08 — Deep Agents (guardrails, perigos e avaliação de trajetórias)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09 — Agentes em Produção (observabilidade, deploy e monitoramento)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91440" cy="5943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CB"/>
                </a:solidFill>
              </a:rPr>
              <a:t>Bloco 4: OCR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Construir pipelines de Document Intelligence do fundamento ao deploy, combinando OCR clássico, VLMs e serving local otimizado.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OCR de verdade: texto + layout + estrutura e métricas (CER/WER)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OCR pipelines: pré/pós-processamento e trade-offs qualidade × custo × latência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Document Intelligence: arquitetura end-to-end, filas/workers, idempotência e falhas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VLMs multimodais: quando usar, otimizações (FP16/INT8/quantização) e formatos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Serving frameworks: Hugging Face, Ollama e vLLM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1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Projeto final: pipeline completo com extração estruturada e integração downstream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CB"/>
                </a:solidFill>
              </a:rPr>
              <a:t>Aulas — Bloco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01 — OCR Fundamentals (layout, layout-aware, desafios e métricas)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02 — OCR Pipelines (componentes, ferramentas e chunking/estruturação)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03 — Document Intelligence (end-to-end, observabilidade e tratamento de falhas)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04 — VLMs especializados e multimodais (tokens visuais e escolhas de modelo)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05 — Frameworks de serving (execução local, vLLM/TGI, batch/streaming)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06 — Final Project (infra, VRAM, quantização e entrega do pipeline)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91440" cy="5943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CB"/>
                </a:solidFill>
              </a:rPr>
              <a:t>Bloco 5: Fine-Tuning e Especialização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Aprender a decidir entre RAG e fine-tuning, preparar datasets corretamente, treinar com LoRA/QLoRA e operar deploy com governança.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Fine-tuning vs RAG vs prompting: matriz de decisão e realidade operacional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Tipos de adaptação: LoRA, QLoRA, PEFT e full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Workflow com Unsloth: do dataset ao adapter/GGUF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Treino e avaliação: baselines e LLM-as-a-judge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Deploy do modelo: adapters no vLLM e estratégias de merge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1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→  Fine-tuning em produção: ops, riscos, compliance e manutenção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C2CB"/>
                </a:solidFill>
              </a:rPr>
              <a:t>Aulas — Bloco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01 — Fundamentos de Fine-Tuning (decisão e tipos de adaptação)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02 — Unsloth (workflow real e eficiência)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03 — Meu Primeiro LLM: dataset, preparação, treino e avaliação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04 — Deploy do Modelo (adapters e merge)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 05 — Fine-Tuning em Produção (ops, governança e riscos)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C2CB"/>
                </a:solidFill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Comece pelo Bloco 1 e construa uma base sólida de engenharia para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Implemente um RAG completo no Bloco 2 e inclua avaliação contínua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Evolua para agentes (Bloco 3) aplicando guardrails e 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Se o seu domínio envolve documentos, avance para OCR/Document Intelligence (Bloco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✓  Por fim, use fine-tuning apenas quando o RAG/prompting não resolver — e opere com 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CB"/>
                </a:solidFill>
              </a:rPr>
              <a:t>Transforme fundamentos em projeto real: você vai sair com competências para construir e operar sistemas de IA do jeito que o mercado exige — arquitetados, avaliados e prontos para produção.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