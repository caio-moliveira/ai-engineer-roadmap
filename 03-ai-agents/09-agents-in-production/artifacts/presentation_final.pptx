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Bullets:</a:t>
            </a:r>
          </a:p>
          <a:p>
            <a:r>
              <a:t>  • AI Engineer no TCEMG: desenvolvimento de sistemas full-stack de IA com assistentes virtuais, RAG, agentes e fluxos agenticos para automação e aumento de produtividade no setor público.</a:t>
            </a:r>
          </a:p>
          <a:p>
            <a:r>
              <a:t>  • Implementação de pesquisa inteligente de jurisprudência/leis/normas com consultas semânticas usando LLMs, reduzindo drasticamente tempo de busca e análise.</a:t>
            </a:r>
          </a:p>
          <a:p>
            <a:r>
              <a:t>  • Data Engineer na Quality Engineering: API de catálogo de dados com pipelines escaláveis e criação de arquitetura RAG em Python para onboarding com banco vetorial e embeddings.</a:t>
            </a:r>
          </a:p>
          <a:p>
            <a:r>
              <a:t>  • Monitor Técnico &amp; Instrutor de AI &amp; Data Engineering na Jornada de Dados: ministra workshops/bootcamps e faz mentoria prática em RAG, bancos vetoriais, busca semântica e automação com IA.</a:t>
            </a:r>
          </a:p>
          <a:p/>
          <a:p>
            <a:r>
              <a:t>Mensagem principal: Eu ensino este curso para ajudar você a projetar e implementar soluções de IA aplicadas ao mundo real — com fundamentos sólidos de engenharia de dados e práticas modernas em LLMs, RAG e agentes. A ideia é que você saia com autonomia para construir sistemas úteis, escaláveis e com foco em valor de negócio.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Sair com uma trilha completa e prática para transformar LLMs em produtos de IA úteis, escaláveis e mensuráveis.</a:t>
            </a:r>
          </a:p>
          <a:p/>
          <a:p>
            <a:r>
              <a:t>Bullets:</a:t>
            </a:r>
          </a:p>
          <a:p>
            <a:r>
              <a:t>  • Projetar, integrar e operar soluções baseadas em Modelos de Fundação (LLMs) com foco em produção</a:t>
            </a:r>
          </a:p>
          <a:p>
            <a:r>
              <a:t>  • Aplicar fundamentos de LLMs + contratos estruturados de dados + arquitetura Python para sistemas escaláveis</a:t>
            </a:r>
          </a:p>
          <a:p>
            <a:r>
              <a:t>  • Construir Sistemas RAG: ingestão, embeddings, retrieval (híbrido), avaliação e segurança</a:t>
            </a:r>
          </a:p>
          <a:p>
            <a:r>
              <a:t>  • Orquestrar Agentes de IA com tool calling e grafos de estado (LangGraph), incluindo memória e human-in-the-loop</a:t>
            </a:r>
          </a:p>
          <a:p>
            <a:r>
              <a:t>  • Rodar OCR e Document Intelligence com inferência local/produção e otimização de hardware (vLLM/Ollama)</a:t>
            </a:r>
          </a:p>
          <a:p>
            <a:r>
              <a:t>  • Decidir quando fine-tuning é necessário, preparar datasets e fazer deploy com governança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Construir a base de engenharia para trabalhar com sistemas probabilísticos (LLMs) de forma robusta, assíncrona e pronta para produção.</a:t>
            </a:r>
          </a:p>
          <a:p/>
          <a:p>
            <a:r>
              <a:t>Bullets:</a:t>
            </a:r>
          </a:p>
          <a:p>
            <a:r>
              <a:t>  • Entender o papel do AI Engineer e os pilares do trabalho (LLMs + arquitetura + produção)</a:t>
            </a:r>
          </a:p>
          <a:p>
            <a:r>
              <a:t>  • Dominar a “física” dos LLMs (tokens, context window, sampling) e quando usar prompting vs RAG vs fine-tuning</a:t>
            </a:r>
          </a:p>
          <a:p>
            <a:r>
              <a:t>  • Aplicar Python moderno e padrões de engenharia (Pydantic, AsyncIO, resiliência/tenacity, observabilidade)</a:t>
            </a:r>
          </a:p>
          <a:p>
            <a:r>
              <a:t>  • Construir APIs assíncronas com FastAPI e contratos de dados rigorosos para saídas estruturadas</a:t>
            </a:r>
          </a:p>
          <a:p>
            <a:r>
              <a:t>  • Modelar dados e integrações híbridas (SQL + Vector DB), com métricas e indexação</a:t>
            </a:r>
          </a:p>
          <a:p/>
          <a:p>
            <a:r>
              <a:t>Mensagem principal: Depois que você entende como LLMs funcionam e como engenharia sustenta produção, fica muito mais fácil escolher o caminho certo (prompting, RAG ou fine-tuning) e construir APIs confiáveis.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Bullets:</a:t>
            </a:r>
          </a:p>
          <a:p>
            <a:r>
              <a:t>  • Módulo 01: A Profissão de AI Engineer &amp; Mercado — papel profissional, diferenças e pilares do trabalho</a:t>
            </a:r>
          </a:p>
          <a:p>
            <a:r>
              <a:t>  • Módulo 02: Fundamentos de LLMs &amp; GenAI — tokens, contexto, prompting e estratégia RAG vs fine-tuning</a:t>
            </a:r>
          </a:p>
          <a:p>
            <a:r>
              <a:t>  • Módulo 03: Python Moderno para AI Engineers — stack, bibliotecas core e observabilidade</a:t>
            </a:r>
          </a:p>
          <a:p>
            <a:r>
              <a:t>  • Módulo 04: APIs &amp; Backend com FastAPI — APIs assíncronas, validação e integração segura</a:t>
            </a:r>
          </a:p>
          <a:p>
            <a:r>
              <a:t>  • Módulo 05: Modelagem e Contratos de Dados (Pydantic V2) — schemas, validação e pipeline com retries</a:t>
            </a:r>
          </a:p>
          <a:p>
            <a:r>
              <a:t>  • Módulo 06: Bancos de Dados (SQL + Vetorial) — embeddings, busca semântica, Qdrant e arquitetura híbrida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Conectar LLMs a dados privados com pipelines de ingestão, retrieval eficiente, avaliação contínua e deploy seguro.</a:t>
            </a:r>
          </a:p>
          <a:p/>
          <a:p>
            <a:r>
              <a:t>Bullets:</a:t>
            </a:r>
          </a:p>
          <a:p>
            <a:r>
              <a:t>  • Aprender o modelo mental de RAG (Ingestion → Store → Retrieve → Generate)</a:t>
            </a:r>
          </a:p>
          <a:p>
            <a:r>
              <a:t>  • Construir pipelines de ingestão com chunking e metadados que elevam a qualidade do retrieval</a:t>
            </a:r>
          </a:p>
          <a:p>
            <a:r>
              <a:t>  • Escolher embeddings e indexar em Vector DBs com entendimento de tradeoffs</a:t>
            </a:r>
          </a:p>
          <a:p>
            <a:r>
              <a:t>  • Implementar estratégias de retrieval (hybrid, reranking, query expansion)</a:t>
            </a:r>
          </a:p>
          <a:p>
            <a:r>
              <a:t>  • Adicionar avaliação/observabilidade e preparar RAG para produção (segurança e custos)</a:t>
            </a:r>
          </a:p>
          <a:p/>
          <a:p>
            <a:r>
              <a:t>Mensagem principal: Agora que você já domina a base de engenharia do Bloco 1, o RAG vira a ponte para dar respostas ancoradas em dados reais — com performance e controle.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Bullets:</a:t>
            </a:r>
          </a:p>
          <a:p>
            <a:r>
              <a:t>  • Módulo 1: Fundamentos de RAG e Modelos Mentais — definição, por que RAG e arquitetura padrão</a:t>
            </a:r>
          </a:p>
          <a:p>
            <a:r>
              <a:t>  • Módulo 2: Ingestão de Dados e Pipelines — ETL para IA, chunking e metadados</a:t>
            </a:r>
          </a:p>
          <a:p>
            <a:r>
              <a:t>  • Módulo 3: Embeddings (Visão Moderna) — conceitos, modelos e lidar com multi-idioma</a:t>
            </a:r>
          </a:p>
          <a:p>
            <a:r>
              <a:t>  • Módulo 4: Vetor Databases (Vector DBs) — Qdrant/pgvector, HNSW e tradeoffs</a:t>
            </a:r>
          </a:p>
          <a:p>
            <a:r>
              <a:t>  • Módulo 5: Estratégias de Retrieval (Crítico) — hybrid search, reranking e query expansion</a:t>
            </a:r>
          </a:p>
          <a:p>
            <a:r>
              <a:t>  • Módulo 6: RAG Agents — LangChain vs LlamaIndex e tool use para busca sob demanda</a:t>
            </a:r>
          </a:p>
          <a:p>
            <a:r>
              <a:t>  • Módulo 7: Graph RAG — knowledge graphs e Graph RAG do zero</a:t>
            </a:r>
          </a:p>
          <a:p>
            <a:r>
              <a:t>  • Módulo 8: Avaliação e Observabilidade — Ragas, tracing e golden datasets</a:t>
            </a:r>
          </a:p>
          <a:p>
            <a:r>
              <a:t>  • Módulo 09: RAG em Produção — otimização, segurança (prompt injection) e custos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Projetar, orquestrar e operar agentes confiáveis, com tool calling estruturado, memória e guardrails para produção.</a:t>
            </a:r>
          </a:p>
          <a:p/>
          <a:p>
            <a:r>
              <a:t>Bullets:</a:t>
            </a:r>
          </a:p>
          <a:p>
            <a:r>
              <a:t>  • Entender a diferença real entre workflow e agente (loop de raciocínio)</a:t>
            </a:r>
          </a:p>
          <a:p>
            <a:r>
              <a:t>  • Aplicar arquiteturas modernas (ReAct, Plan-and-Solve, Reflection) e pensar em spectrum de complexidade</a:t>
            </a:r>
          </a:p>
          <a:p>
            <a:r>
              <a:t>  • Construir agentes com tool calling e structured outputs validados</a:t>
            </a:r>
          </a:p>
          <a:p>
            <a:r>
              <a:t>  • Orquestrar com LangGraph usando grafos de estado, loops e persistência</a:t>
            </a:r>
          </a:p>
          <a:p>
            <a:r>
              <a:t>  • Implementar memória, multi-agents, human-in-the-loop e preparar para deploy e monitoramento</a:t>
            </a:r>
          </a:p>
          <a:p/>
          <a:p>
            <a:r>
              <a:t>Mensagem principal: Com RAG funcionando em produção, chega a hora de ir além da “resposta” e orquestrar ações — agentes que consultam, decidem e executam com segurança.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Bullets:</a:t>
            </a:r>
          </a:p>
          <a:p>
            <a:r>
              <a:t>  • Módulo 1: Fundamentos de Agentes e Arquiteturas — workflow vs agente e padrões de arquitetura</a:t>
            </a:r>
          </a:p>
          <a:p>
            <a:r>
              <a:t>  • Módulo 2: Criando seu primeiro Agente — tool calling com schemas e structured output</a:t>
            </a:r>
          </a:p>
          <a:p>
            <a:r>
              <a:t>  • Módulo 3: LangGraph e Orquestração — state machines, controle de fluxo e recuperação de erros</a:t>
            </a:r>
          </a:p>
          <a:p>
            <a:r>
              <a:t>  • Módulo 4: Sistemas de Memória — short-term, long-term e engenharia de memória</a:t>
            </a:r>
          </a:p>
          <a:p>
            <a:r>
              <a:t>  • Módulo 5: Ferramentas e MCP — integrações com Model Context Protocol</a:t>
            </a:r>
          </a:p>
          <a:p>
            <a:r>
              <a:t>  • Módulo 6: Human-in-the-Loop — aprovação, interrupção do grafo e auditoria</a:t>
            </a:r>
          </a:p>
          <a:p>
            <a:r>
              <a:t>  • Módulo 7: Multi-Agent Systems — padrões de delegação e impacto de custo</a:t>
            </a:r>
          </a:p>
          <a:p>
            <a:r>
              <a:t>  • Módulo 8: Deep Agents — riscos, guardrails e avaliação de trajetórias</a:t>
            </a:r>
          </a:p>
          <a:p>
            <a:r>
              <a:t>  • Módulo 9: Agentes de IA em Produção — observabilidade (Langfuse), deploy/versão e monitoramento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Rodar modelos localmente e em produção com eficiência, além de construir pipelines OCR robustos e avaliáveis.</a:t>
            </a:r>
          </a:p>
          <a:p/>
          <a:p>
            <a:r>
              <a:t>Bullets:</a:t>
            </a:r>
          </a:p>
          <a:p>
            <a:r>
              <a:t>  • Entender que OCR envolve layout, tabelas e estrutura (não só texto)</a:t>
            </a:r>
          </a:p>
          <a:p>
            <a:r>
              <a:t>  • Projetar pipelines com pré/pós-processamento, chunking e decisões de custo/qualidade</a:t>
            </a:r>
          </a:p>
          <a:p>
            <a:r>
              <a:t>  • Aplicar Document Intelligence end-to-end (fila, idempotência e indexação)</a:t>
            </a:r>
          </a:p>
          <a:p>
            <a:r>
              <a:t>  • Trabalhar com ecossistema Hugging Face (formats e quantização) e visão LLMs/VLMs</a:t>
            </a:r>
          </a:p>
          <a:p>
            <a:r>
              <a:t>  • Servir modelos com Ollama/vLLM e otimizar GPU (VRAM, throughput e unit economics)</a:t>
            </a:r>
          </a:p>
          <a:p/>
          <a:p>
            <a:r>
              <a:t>Mensagem principal: Quando você passa a depender de dados documentais e inferência eficiente, a Engenharia de IA vira infraestrutura — e o Bloco 4 resolve exatamente 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Bullets:</a:t>
            </a:r>
          </a:p>
          <a:p>
            <a:r>
              <a:t>  • Módulo 1: OCR Fundamentals — layout, desafios e métricas (CER/WER)</a:t>
            </a:r>
          </a:p>
          <a:p>
            <a:r>
              <a:t>  • Módulo 2: OCR Pipelines — Tesseract vs Azure DI vs Vision LLMs, arquitetura e tradeoffs</a:t>
            </a:r>
          </a:p>
          <a:p>
            <a:r>
              <a:t>  • Módulo 3: Document Intelligence — end-to-end, filas (SQS), idempotência, monitoramento</a:t>
            </a:r>
          </a:p>
          <a:p>
            <a:r>
              <a:t>  • Módulo 4: Hugging Face — safetensors/tokenizers/transformers e formatos (FP16/INT8/ GGUF/AWQ)</a:t>
            </a:r>
          </a:p>
          <a:p>
            <a:r>
              <a:t>  • Módulo 5: Ollama — prototipagem local, limites e workflow para staging</a:t>
            </a:r>
          </a:p>
          <a:p>
            <a:r>
              <a:t>  • Módulo 6: vLLM — continuous batching, paged attention e serving via OpenAI API</a:t>
            </a:r>
          </a:p>
          <a:p>
            <a:r>
              <a:t>  • Módulo 7: Hardware &amp; Performance — VRAM is king, unit economics e quantização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Objetivo: Aprender quando treinar (e quando não treinar), preparar datasets corretamente e fazer deploy com foco em riscos e governança.</a:t>
            </a:r>
          </a:p>
          <a:p/>
          <a:p>
            <a:r>
              <a:t>Bullets:</a:t>
            </a:r>
          </a:p>
          <a:p>
            <a:r>
              <a:t>  • Decidir entre Fine-Tuning vs RAG vs prompting com uma matriz prática</a:t>
            </a:r>
          </a:p>
          <a:p>
            <a:r>
              <a:t>  • Entender tipos de adaptação (LoRA/QLoRA, PEFT e full fine-tuning) e tradeoffs</a:t>
            </a:r>
          </a:p>
          <a:p>
            <a:r>
              <a:t>  • Montar dataset com qualidade e formato de instruction datasets</a:t>
            </a:r>
          </a:p>
          <a:p>
            <a:r>
              <a:t>  • Fazer workflow real com Unsloth (treino e geração de adapters/formatos)</a:t>
            </a:r>
          </a:p>
          <a:p>
            <a:r>
              <a:t>  • Preparar deploy e operação: adapters, merge, manutenção, riscos e conformidade</a:t>
            </a:r>
          </a:p>
          <a:p/>
          <a:p>
            <a:r>
              <a:t>Mensagem principal: Depois de saber como conectar dados (RAG), orquestrar ações (agentes) e operar com eficiência (infra/OCR), o fine-tuning entra como especialização — só quando faz sentido.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Bullets:</a:t>
            </a:r>
          </a:p>
          <a:p>
            <a:r>
              <a:t>  • Módulo 1: Fundamentos de Fine-Tuning — adaptação de pesos vs injeção, matriz de decisão e tipos</a:t>
            </a:r>
          </a:p>
          <a:p>
            <a:r>
              <a:t>  • Módulo 2: Unsloth — workflow eficiente e geração de LoRA/GGUF</a:t>
            </a:r>
          </a:p>
          <a:p>
            <a:r>
              <a:t>  • Módulo 3: Meu Primeiro LLM — dataset, preparação, treino e avaliação (baselines e LLM-as-a-Judge)</a:t>
            </a:r>
          </a:p>
          <a:p>
            <a:r>
              <a:t>  • Módulo 4: Deploy do Modelo — adapters, merge e carregamento no runtime</a:t>
            </a:r>
          </a:p>
          <a:p>
            <a:r>
              <a:t>  • Módulo 5: Fine-Tuning em Produção — ops, riscos (catastrophic forgetting), compliance e governança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Bullets:</a:t>
            </a:r>
          </a:p>
          <a:p>
            <a:r>
              <a:t>  • Comece pelo Bloco 1 (Fundamentos) para consolidar base técnica e mentalidade de produção</a:t>
            </a:r>
          </a:p>
          <a:p>
            <a:r>
              <a:t>  • Em seguida, avance para RAG (Bloco 2) para conectar LLMs a dados reais com avaliação e segurança</a:t>
            </a:r>
          </a:p>
          <a:p>
            <a:r>
              <a:t>  • Depois, passe para Agentes (Bloco 3) para orquestrar decisões e ações com guardrails</a:t>
            </a:r>
          </a:p>
          <a:p>
            <a:r>
              <a:t>  • Por fim, aprofunde em OCR/Infra (Bloco 4) e especialização (Bloco 5) para casos de maior exigência</a:t>
            </a:r>
          </a:p>
          <a:p/>
          <a:p>
            <a:r>
              <a:t>Mensagem principal: Você vai sair com autonomia para projetar e colocar em produção soluções de IA úteis, escaláveis e mensuráveis.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Trilha Completa: Engenharia de 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0C2CB"/>
                </a:solidFill>
              </a:rPr>
              <a:t>Jornada de Dados — do fundamento ao deploy: LLMs, RAG e agentes em produção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C2CB"/>
                </a:solidFill>
              </a:rPr>
              <a:t>Jornada de Dados — Engenheiro de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C2CB"/>
                </a:solidFill>
              </a:rPr>
              <a:t>Sobre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Especialista em Engenharia de Dados e Inteligência Artificial, focado em construir soluções end-to-end que integram pipelines modernos a aplicações avançadas com LLMs, RAG e agentes.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AI Engineer no TCEMG: desenvolvimento de sistemas full-stack de IA com assistentes virtuais, RAG, agentes e fluxos agenticos para automação e aumento de produtividade no setor público.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23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Implementação de pesquisa inteligente de jurisprudência/leis/normas com consultas semânticas usando LLMs, reduzindo drasticamente tempo de busca e análise.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Data Engineer na Quality Engineering: API de catálogo de dados com pipelines escaláveis e criação de arquitetura RAG em Python para onboarding com banco vetorial e embeddings.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29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Monitor Técnico &amp; Instrutor de AI &amp; Data Engineering na Jornada de Dados: ministra workshops/bootcamps e faz mentoria prática em RAG, bancos vetoriais, busca semântica e automação com 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C2CB"/>
                </a:solidFill>
              </a:rPr>
              <a:t>Eu ensino este curso para ajudar você a projetar e implementar soluções de IA aplicadas ao mundo real — com fundamentos sólidos de engenharia de dados e práticas modernas em LLMs, RAG e agentes. A ideia é que você saia com autonomia para construir sistemas úteis, escaláveis e com foco em valor de negócio.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C2CB"/>
                </a:solidFill>
              </a:rPr>
              <a:t>O que você vai aprender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Sair com uma trilha completa e prática para transformar LLMs em produtos de IA úteis, escaláveis e mensuráveis.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Projetar, integrar e operar soluções baseadas em Modelos de Fundação (LLMs) com foco em produção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Aplicar fundamentos de LLMs + contratos estruturados de dados + arquitetura Python para sistemas escaláveis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Construir Sistemas RAG: ingestão, embeddings, retrieval (híbrido), avaliação e segurança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375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Orquestrar Agentes de IA com tool calling e grafos de estado (LangGraph), incluindo memória e human-in-the-loop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862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Rodar OCR e Document Intelligence com inferência local/produção e otimização de hardware (vLLM/Ollama)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348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Decidir quando fine-tuning é necessário, preparar datasets e fazer deploy com governança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57200"/>
            <a:ext cx="91440" cy="594360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C2CB"/>
                </a:solidFill>
              </a:rPr>
              <a:t>Bloco 1: Fundamentos da Engenharia de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Construir a base de engenharia para trabalhar com sistemas probabilísticos (LLMs) de forma robusta, assíncrona e pronta para produção.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Entender o papel do AI Engineer e os pilares do trabalho (LLMs + arquitetura + produção)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Dominar a “física” dos LLMs (tokens, context window, sampling) e quando usar prompting vs RAG vs fine-tuning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Aplicar Python moderno e padrões de engenharia (Pydantic, AsyncIO, resiliência/tenacity, observabilidade)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Construir APIs assíncronas com FastAPI e contratos de dados rigorosos para saídas estruturadas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5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Modelar dados e integrações híbridas (SQL + Vector DB), com métricas e indexação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035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C2CB"/>
                </a:solidFill>
              </a:rPr>
              <a:t>Depois que você entende como LLMs funcionam e como engenharia sustenta produção, fica muito mais fácil escolher o caminho certo (prompting, RAG ou fine-tuning) e construir APIs confiáveis.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C2CB"/>
                </a:solidFill>
              </a:rPr>
              <a:t>Aulas — Bloco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01: A Profissão de AI Engineer &amp; Mercado — papel profissional, diferenças e pilares do trabalho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02: Fundamentos de LLMs &amp; GenAI — tokens, contexto, prompting e estratégia RAG vs fine-tuning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03: Python Moderno para AI Engineers — stack, bibliotecas core e observabilidade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04: APIs &amp; Backend com FastAPI — APIs assíncronas, validação e integração segura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05: Modelagem e Contratos de Dados (Pydantic V2) — schemas, validação e pipeline com retries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31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06: Bancos de Dados (SQL + Vetorial) — embeddings, busca semântica, Qdrant e arquitetura híbrida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57200"/>
            <a:ext cx="91440" cy="594360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C2CB"/>
                </a:solidFill>
              </a:rPr>
              <a:t>Bloco 2: Sistemas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Conectar LLMs a dados privados com pipelines de ingestão, retrieval eficiente, avaliação contínua e deploy seguro.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Aprender o modelo mental de RAG (Ingestion → Store → Retrieve → Generate)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Construir pipelines de ingestão com chunking e metadados que elevam a qualidade do retrieval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Escolher embeddings e indexar em Vector DBs com entendimento de tradeoffs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Implementar estratégias de retrieval (hybrid, reranking, query expansion)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5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Adicionar avaliação/observabilidade e preparar RAG para produção (segurança e custos)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035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C2CB"/>
                </a:solidFill>
              </a:rPr>
              <a:t>Agora que você já domina a base de engenharia do Bloco 1, o RAG vira a ponte para dar respostas ancoradas em dados reais — com performance e controle.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C2CB"/>
                </a:solidFill>
              </a:rPr>
              <a:t>Aulas — Bloco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1: Fundamentos de RAG e Modelos Mentais — definição, por que RAG e arquitetura padrão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2: Ingestão de Dados e Pipelines — ETL para IA, chunking e metadados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3: Embeddings (Visão Moderna) — conceitos, modelos e lidar com multi-idioma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4: Vetor Databases (Vector DBs) — Qdrant/pgvector, HNSW e tradeoffs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5: Estratégias de Retrieval (Crítico) — hybrid search, reranking e query expansion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31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6: RAG Agents — LangChain vs LlamaIndex e tool use para busca sob demanda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59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7: Graph RAG — knowledge graphs e Graph RAG do zero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199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8: Avaliação e Observabilidade — Ragas, tracing e golden datasets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77839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09: RAG em Produção — otimização, segurança (prompt injection) e custos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57200"/>
            <a:ext cx="91440" cy="594360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C2CB"/>
                </a:solidFill>
              </a:rPr>
              <a:t>Bloco 3: Sistemas de Agentes de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Projetar, orquestrar e operar agentes confiáveis, com tool calling estruturado, memória e guardrails para produção.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Entender a diferença real entre workflow e agente (loop de raciocínio)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Aplicar arquiteturas modernas (ReAct, Plan-and-Solve, Reflection) e pensar em spectrum de complexidade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Construir agentes com tool calling e structured outputs validados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Orquestrar com LangGraph usando grafos de estado, loops e persistência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5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Implementar memória, multi-agents, human-in-the-loop e preparar para deploy e monitoramento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035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C2CB"/>
                </a:solidFill>
              </a:rPr>
              <a:t>Com RAG funcionando em produção, chega a hora de ir além da “resposta” e orquestrar ações — agentes que consultam, decidem e executam com segurança.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C2CB"/>
                </a:solidFill>
              </a:rPr>
              <a:t>Aulas — Bloco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1: Fundamentos de Agentes e Arquiteturas — workflow vs agente e padrões de 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2: Criando seu primeiro Agente — tool calling com schemas e structured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3: LangGraph e Orquestração — state machines, controle de fluxo e recuperação de erros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4: Sistemas de Memória — short-term, long-term e engenharia de memória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5: Ferramentas e MCP — integrações com Model Context Protocol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31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6: Human-in-the-Loop — aprovação, interrupção do grafo e auditoria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59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7: Multi-Agent Systems — padrões de delegação e impacto de custo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199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8: Deep Agents — riscos, guardrails e avaliação de trajetórias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77839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9: Agentes de IA em Produção — observabilidade (Langfuse), deploy/versão e monitoramento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57200"/>
            <a:ext cx="91440" cy="594360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C2CB"/>
                </a:solidFill>
              </a:rPr>
              <a:t>Bloco 4: Infra, OCR e Modelos (Inferência em Produção)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Rodar modelos localmente e em produção com eficiência, além de construir pipelines OCR robustos e avaliáveis.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Entender que OCR envolve layout, tabelas e estrutura (não só texto)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Projetar pipelines com pré/pós-processamento, chunking e decisões de custo/qualidade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Aplicar Document Intelligence end-to-end (fila, idempotência e indexação)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Trabalhar com ecossistema Hugging Face (formats e quantização) e visão LLMs/VLMs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5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Servir modelos com Ollama/vLLM e otimizar GPU (VRAM, throughput e unit economics)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035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C2CB"/>
                </a:solidFill>
              </a:rPr>
              <a:t>Quando você passa a depender de dados documentais e inferência eficiente, a Engenharia de IA vira infraestrutura — e o Bloco 4 resolve exatamente isso.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C2CB"/>
                </a:solidFill>
              </a:rPr>
              <a:t>Aulas — Bloco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1: OCR Fundamentals — layout, desafios e métricas (CER/WER)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2: OCR Pipelines — Tesseract vs Azure DI vs Vision LLMs, arquitetura e tradeoffs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3: Document Intelligence — end-to-end, filas (SQS), idempotência, monitoramento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4: Hugging Face — safetensors/tokenizers/transformers e formatos (FP16/INT8/ GGUF/AWQ)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5: Ollama — prototipagem local, limites e workflow para staging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31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6: vLLM — continuous batching, paged attention e serving via OpenAI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59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7: Hardware &amp; Performance — VRAM is king, unit economics e quantização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57200"/>
            <a:ext cx="91440" cy="5943600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C2CB"/>
                </a:solidFill>
              </a:rPr>
              <a:t>Bloco 5: Fine-Tuning e Especialização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Aprender quando treinar (e quando não treinar), preparar datasets corretamente e fazer deploy com foco em riscos e governança.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Decidir entre Fine-Tuning vs RAG vs prompting com uma matriz prática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Entender tipos de adaptação (LoRA/QLoRA, PEFT e full fine-tuning) e tradeoffs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Montar dataset com qualidade e formato de instruction datasets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Fazer workflow real com Unsloth (treino e geração de adapters/formatos)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5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→  Preparar deploy e operação: adapters, merge, manutenção, riscos e conformidade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035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C2CB"/>
                </a:solidFill>
              </a:rPr>
              <a:t>Depois de saber como conectar dados (RAG), orquestrar ações (agentes) e operar com eficiência (infra/OCR), o fine-tuning entra como especialização — só quando faz sentido.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C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C2CB"/>
                </a:solidFill>
              </a:rPr>
              <a:t>Aulas — Bloco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1: Fundamentos de Fine-Tuning — adaptação de pesos vs injeção, matriz de decisão e tipos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2: Unsloth — workflow eficiente e geração de LoRA/GGUF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3: Meu Primeiro LLM — dataset, preparação, treino e avaliação (baselines e LLM-as-a-Judge)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4: Deploy do Modelo — adapters, merge e carregamento no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 Módulo 5: Fine-Tuning em Produção — ops, riscos (catastrophic forgetting), compliance e governança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00C2CB"/>
                </a:solidFill>
              </a:rPr>
              <a:t>Próximos passos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✓  Comece pelo Bloco 1 (Fundamentos) para consolidar base técnica e mentalidade de produção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✓  Em seguida, avance para RAG (Bloco 2) para conectar LLMs a dados reais com avaliação e segurança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✓  Depois, passe para Agentes (Bloco 3) para orquestrar decisões e ações com guardrails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79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✓  Por fim, aprofunde em OCR/Infra (Bloco 4) e especialização (Bloco 5) para casos de maior exigência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C2CB"/>
                </a:solidFill>
              </a:rPr>
              <a:t>Você vai sair com autonomia para projetar e colocar em produção soluções de IA úteis, escaláveis e mensuráveis.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